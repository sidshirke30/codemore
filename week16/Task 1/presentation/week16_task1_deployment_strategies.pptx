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Week 16 Task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800"/>
              <a:t>Cloud-Based AI Model Deployment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Why deployment strategy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Scalability and reliability</a:t>
            </a:r>
          </a:p>
          <a:p>
            <a:r>
              <a:rPr sz="2200"/>
              <a:t>• Cost and utilization</a:t>
            </a:r>
          </a:p>
          <a:p>
            <a:r>
              <a:rPr sz="2200"/>
              <a:t>• Latency requirements</a:t>
            </a:r>
          </a:p>
          <a:p>
            <a:r>
              <a:rPr sz="2200"/>
              <a:t>• Maintenance effort</a:t>
            </a:r>
          </a:p>
          <a:p>
            <a:r>
              <a:rPr sz="2200"/>
              <a:t>• Security, portability, and vendor lock-in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1. Containerization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Package model + dependencies in a Docker image</a:t>
            </a:r>
          </a:p>
          <a:p>
            <a:r>
              <a:rPr sz="2200"/>
              <a:t>• Strong portability and control</a:t>
            </a:r>
          </a:p>
          <a:p>
            <a:r>
              <a:rPr sz="2200"/>
              <a:t>• Good for steady or high-volume inference</a:t>
            </a:r>
          </a:p>
          <a:p>
            <a:r>
              <a:rPr sz="2200"/>
              <a:t>• Requires image/security lifecycle management</a:t>
            </a:r>
          </a:p>
          <a:p>
            <a:r>
              <a:rPr sz="2200"/>
              <a:t>• Kubernetes/managed containers can add autoscaling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2. Serverless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Provider manages servers and scaling</a:t>
            </a:r>
          </a:p>
          <a:p>
            <a:r>
              <a:rPr sz="2200"/>
              <a:t>• Excellent for bursty/event-driven workloads</a:t>
            </a:r>
          </a:p>
          <a:p>
            <a:r>
              <a:rPr sz="2200"/>
              <a:t>• Pay-for-use can reduce idle cost</a:t>
            </a:r>
          </a:p>
          <a:p>
            <a:r>
              <a:rPr sz="2200"/>
              <a:t>• Cold starts can affect latency</a:t>
            </a:r>
          </a:p>
          <a:p>
            <a:r>
              <a:rPr sz="2200"/>
              <a:t>• Runtime, memory, and model-size limits matter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3. Managed ML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Provider manages much of infrastructure</a:t>
            </a:r>
          </a:p>
          <a:p>
            <a:r>
              <a:rPr sz="2200"/>
              <a:t>• Fast path to production</a:t>
            </a:r>
          </a:p>
          <a:p>
            <a:r>
              <a:rPr sz="2200"/>
              <a:t>• Built-in scaling and operational features</a:t>
            </a:r>
          </a:p>
          <a:p>
            <a:r>
              <a:rPr sz="2200"/>
              <a:t>• Lower maintenance burden</a:t>
            </a:r>
          </a:p>
          <a:p>
            <a:r>
              <a:rPr sz="2200"/>
              <a:t>• Usage costs and vendor lock-in are key trade-offs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Containerization → control + portability</a:t>
            </a:r>
          </a:p>
          <a:p>
            <a:r>
              <a:rPr sz="2200"/>
              <a:t>Serverless → elasticity + low operations</a:t>
            </a:r>
          </a:p>
          <a:p>
            <a:r>
              <a:rPr sz="2200"/>
              <a:t>Managed ML → speed + managed infrastructure</a:t>
            </a:r>
          </a:p>
          <a:p/>
          <a:p>
            <a:r>
              <a:rPr sz="2200"/>
              <a:t>Decision should follow workload requirements, not technology preference.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Practical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• Define traffic and latency requirements</a:t>
            </a:r>
          </a:p>
          <a:p>
            <a:r>
              <a:rPr sz="2200"/>
              <a:t>• Measure model size and compute needs</a:t>
            </a:r>
          </a:p>
          <a:p>
            <a:r>
              <a:rPr sz="2200"/>
              <a:t>• Check security/data-residency constraints</a:t>
            </a:r>
          </a:p>
          <a:p>
            <a:r>
              <a:rPr sz="2200"/>
              <a:t>• Estimate usage-based and infrastructure costs</a:t>
            </a:r>
          </a:p>
          <a:p>
            <a:r>
              <a:rPr sz="2200"/>
              <a:t>• Add monitoring, versioning, rollback, and 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No single deployment strategy is best for every AI model.</a:t>
            </a:r>
          </a:p>
          <a:p/>
          <a:p>
            <a:r>
              <a:rPr sz="2200"/>
              <a:t>Containers suit control and portability.</a:t>
            </a:r>
          </a:p>
          <a:p>
            <a:r>
              <a:rPr sz="2200"/>
              <a:t>Serverless suits bursty workloads.</a:t>
            </a:r>
          </a:p>
          <a:p>
            <a:r>
              <a:rPr sz="2200"/>
              <a:t>Managed services suit teams prioritizing speed and reduced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